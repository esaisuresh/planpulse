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
  </p:notesMasterIdLst>
  <p:sldIdLst>
    <p:sldId id="256" r:id="rId5"/>
    <p:sldId id="262" r:id="rId6"/>
    <p:sldId id="258" r:id="rId7"/>
    <p:sldId id="259" r:id="rId8"/>
    <p:sldId id="261" r:id="rId9"/>
    <p:sldId id="260" r:id="rId10"/>
    <p:sldId id="25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84" y="2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4F8BDA-94B5-4783-8CE3-A19372E1341C}" type="datetimeFigureOut">
              <a:rPr lang="en-IN" smtClean="0"/>
              <a:t>22-11-2025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3A4DEB-A9B2-4963-BCC7-2F5C5832EE81}" type="slidenum">
              <a:rPr lang="en-IN" smtClean="0"/>
              <a:t>‹#›</a:t>
            </a:fld>
            <a:endParaRPr lang="en-IN"/>
          </a:p>
        </p:txBody>
      </p:sp>
    </p:spTree>
    <p:extLst>
      <p:ext uri="{BB962C8B-B14F-4D97-AF65-F5344CB8AC3E}">
        <p14:creationId xmlns:p14="http://schemas.microsoft.com/office/powerpoint/2010/main" val="2414095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B3A4DEB-A9B2-4963-BCC7-2F5C5832EE81}" type="slidenum">
              <a:rPr lang="en-IN" smtClean="0"/>
              <a:t>4</a:t>
            </a:fld>
            <a:endParaRPr lang="en-IN"/>
          </a:p>
        </p:txBody>
      </p:sp>
    </p:spTree>
    <p:extLst>
      <p:ext uri="{BB962C8B-B14F-4D97-AF65-F5344CB8AC3E}">
        <p14:creationId xmlns:p14="http://schemas.microsoft.com/office/powerpoint/2010/main" val="8666190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ADF0E-6EE2-16D1-72D4-DCA0FE19EE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9143E7A-1FCE-F0B7-4FE3-C1E7D31DBA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7F732AB-1D72-E1E2-08A7-60024519624A}"/>
              </a:ext>
            </a:extLst>
          </p:cNvPr>
          <p:cNvSpPr>
            <a:spLocks noGrp="1"/>
          </p:cNvSpPr>
          <p:nvPr>
            <p:ph type="dt" sz="half" idx="10"/>
          </p:nvPr>
        </p:nvSpPr>
        <p:spPr/>
        <p:txBody>
          <a:bodyPr/>
          <a:lstStyle/>
          <a:p>
            <a:fld id="{E5B3812F-E684-4F69-B3A1-0C393C2B6B8B}" type="datetimeFigureOut">
              <a:rPr lang="en-IN" smtClean="0"/>
              <a:t>22-11-2025</a:t>
            </a:fld>
            <a:endParaRPr lang="en-IN"/>
          </a:p>
        </p:txBody>
      </p:sp>
      <p:sp>
        <p:nvSpPr>
          <p:cNvPr id="5" name="Footer Placeholder 4">
            <a:extLst>
              <a:ext uri="{FF2B5EF4-FFF2-40B4-BE49-F238E27FC236}">
                <a16:creationId xmlns:a16="http://schemas.microsoft.com/office/drawing/2014/main" id="{5961BAE9-B277-79BC-D540-214E8B9A3C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7E5670-BE52-8403-E9B0-EBB661561EE8}"/>
              </a:ext>
            </a:extLst>
          </p:cNvPr>
          <p:cNvSpPr>
            <a:spLocks noGrp="1"/>
          </p:cNvSpPr>
          <p:nvPr>
            <p:ph type="sldNum" sz="quarter" idx="12"/>
          </p:nvPr>
        </p:nvSpPr>
        <p:spPr/>
        <p:txBody>
          <a:bodyPr/>
          <a:lstStyle/>
          <a:p>
            <a:fld id="{15A0DEBE-5CA1-4877-B7B9-023532D085EA}" type="slidenum">
              <a:rPr lang="en-IN" smtClean="0"/>
              <a:t>‹#›</a:t>
            </a:fld>
            <a:endParaRPr lang="en-IN"/>
          </a:p>
        </p:txBody>
      </p:sp>
    </p:spTree>
    <p:extLst>
      <p:ext uri="{BB962C8B-B14F-4D97-AF65-F5344CB8AC3E}">
        <p14:creationId xmlns:p14="http://schemas.microsoft.com/office/powerpoint/2010/main" val="2424505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04B4D-2999-D695-2CD7-7CF9197E9B2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55AB07D-6E2D-6E98-BE5C-1029866F0C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A32E75-78AE-0AF1-E5BF-F189E62665B0}"/>
              </a:ext>
            </a:extLst>
          </p:cNvPr>
          <p:cNvSpPr>
            <a:spLocks noGrp="1"/>
          </p:cNvSpPr>
          <p:nvPr>
            <p:ph type="dt" sz="half" idx="10"/>
          </p:nvPr>
        </p:nvSpPr>
        <p:spPr/>
        <p:txBody>
          <a:bodyPr/>
          <a:lstStyle/>
          <a:p>
            <a:fld id="{E5B3812F-E684-4F69-B3A1-0C393C2B6B8B}" type="datetimeFigureOut">
              <a:rPr lang="en-IN" smtClean="0"/>
              <a:t>22-11-2025</a:t>
            </a:fld>
            <a:endParaRPr lang="en-IN"/>
          </a:p>
        </p:txBody>
      </p:sp>
      <p:sp>
        <p:nvSpPr>
          <p:cNvPr id="5" name="Footer Placeholder 4">
            <a:extLst>
              <a:ext uri="{FF2B5EF4-FFF2-40B4-BE49-F238E27FC236}">
                <a16:creationId xmlns:a16="http://schemas.microsoft.com/office/drawing/2014/main" id="{78B09870-951E-4FA8-9527-BE52364A77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1728BA-26AD-BCDF-56D9-F174A36341A0}"/>
              </a:ext>
            </a:extLst>
          </p:cNvPr>
          <p:cNvSpPr>
            <a:spLocks noGrp="1"/>
          </p:cNvSpPr>
          <p:nvPr>
            <p:ph type="sldNum" sz="quarter" idx="12"/>
          </p:nvPr>
        </p:nvSpPr>
        <p:spPr/>
        <p:txBody>
          <a:bodyPr/>
          <a:lstStyle/>
          <a:p>
            <a:fld id="{15A0DEBE-5CA1-4877-B7B9-023532D085EA}" type="slidenum">
              <a:rPr lang="en-IN" smtClean="0"/>
              <a:t>‹#›</a:t>
            </a:fld>
            <a:endParaRPr lang="en-IN"/>
          </a:p>
        </p:txBody>
      </p:sp>
    </p:spTree>
    <p:extLst>
      <p:ext uri="{BB962C8B-B14F-4D97-AF65-F5344CB8AC3E}">
        <p14:creationId xmlns:p14="http://schemas.microsoft.com/office/powerpoint/2010/main" val="5517712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11AA2-A32D-D7B9-903F-40561B52A0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C568183-82B5-73C4-D001-EBB91A2816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67DAC5-0C96-9999-A9C6-96876A732662}"/>
              </a:ext>
            </a:extLst>
          </p:cNvPr>
          <p:cNvSpPr>
            <a:spLocks noGrp="1"/>
          </p:cNvSpPr>
          <p:nvPr>
            <p:ph type="dt" sz="half" idx="10"/>
          </p:nvPr>
        </p:nvSpPr>
        <p:spPr/>
        <p:txBody>
          <a:bodyPr/>
          <a:lstStyle/>
          <a:p>
            <a:fld id="{E5B3812F-E684-4F69-B3A1-0C393C2B6B8B}" type="datetimeFigureOut">
              <a:rPr lang="en-IN" smtClean="0"/>
              <a:t>22-11-2025</a:t>
            </a:fld>
            <a:endParaRPr lang="en-IN"/>
          </a:p>
        </p:txBody>
      </p:sp>
      <p:sp>
        <p:nvSpPr>
          <p:cNvPr id="5" name="Footer Placeholder 4">
            <a:extLst>
              <a:ext uri="{FF2B5EF4-FFF2-40B4-BE49-F238E27FC236}">
                <a16:creationId xmlns:a16="http://schemas.microsoft.com/office/drawing/2014/main" id="{E6D5905D-C7DE-6828-263C-6173878C0A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1D8387-42D2-DCCC-0E12-1E77AC81797D}"/>
              </a:ext>
            </a:extLst>
          </p:cNvPr>
          <p:cNvSpPr>
            <a:spLocks noGrp="1"/>
          </p:cNvSpPr>
          <p:nvPr>
            <p:ph type="sldNum" sz="quarter" idx="12"/>
          </p:nvPr>
        </p:nvSpPr>
        <p:spPr/>
        <p:txBody>
          <a:bodyPr/>
          <a:lstStyle/>
          <a:p>
            <a:fld id="{15A0DEBE-5CA1-4877-B7B9-023532D085EA}" type="slidenum">
              <a:rPr lang="en-IN" smtClean="0"/>
              <a:t>‹#›</a:t>
            </a:fld>
            <a:endParaRPr lang="en-IN"/>
          </a:p>
        </p:txBody>
      </p:sp>
    </p:spTree>
    <p:extLst>
      <p:ext uri="{BB962C8B-B14F-4D97-AF65-F5344CB8AC3E}">
        <p14:creationId xmlns:p14="http://schemas.microsoft.com/office/powerpoint/2010/main" val="113485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946A3-DDA1-93D2-6806-727A16BD2BF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05F1BCB-F110-3364-3CB0-67DA8A3E744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FDA9123-5298-CFF1-EE10-BD3F7980497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215D1E4-3958-111A-F3B1-C85658DAB428}"/>
              </a:ext>
            </a:extLst>
          </p:cNvPr>
          <p:cNvSpPr>
            <a:spLocks noGrp="1"/>
          </p:cNvSpPr>
          <p:nvPr>
            <p:ph type="dt" sz="half" idx="10"/>
          </p:nvPr>
        </p:nvSpPr>
        <p:spPr/>
        <p:txBody>
          <a:bodyPr/>
          <a:lstStyle/>
          <a:p>
            <a:fld id="{E5B3812F-E684-4F69-B3A1-0C393C2B6B8B}" type="datetimeFigureOut">
              <a:rPr lang="en-IN" smtClean="0"/>
              <a:t>22-11-2025</a:t>
            </a:fld>
            <a:endParaRPr lang="en-IN"/>
          </a:p>
        </p:txBody>
      </p:sp>
      <p:sp>
        <p:nvSpPr>
          <p:cNvPr id="6" name="Footer Placeholder 5">
            <a:extLst>
              <a:ext uri="{FF2B5EF4-FFF2-40B4-BE49-F238E27FC236}">
                <a16:creationId xmlns:a16="http://schemas.microsoft.com/office/drawing/2014/main" id="{D2C1C2BA-7B6A-8EAE-D3C6-1858BA62DC3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4DDA7F5-A733-DCA7-8857-DEA24E814887}"/>
              </a:ext>
            </a:extLst>
          </p:cNvPr>
          <p:cNvSpPr>
            <a:spLocks noGrp="1"/>
          </p:cNvSpPr>
          <p:nvPr>
            <p:ph type="sldNum" sz="quarter" idx="12"/>
          </p:nvPr>
        </p:nvSpPr>
        <p:spPr/>
        <p:txBody>
          <a:bodyPr/>
          <a:lstStyle/>
          <a:p>
            <a:fld id="{15A0DEBE-5CA1-4877-B7B9-023532D085EA}" type="slidenum">
              <a:rPr lang="en-IN" smtClean="0"/>
              <a:t>‹#›</a:t>
            </a:fld>
            <a:endParaRPr lang="en-IN"/>
          </a:p>
        </p:txBody>
      </p:sp>
    </p:spTree>
    <p:extLst>
      <p:ext uri="{BB962C8B-B14F-4D97-AF65-F5344CB8AC3E}">
        <p14:creationId xmlns:p14="http://schemas.microsoft.com/office/powerpoint/2010/main" val="23201500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70265-308A-7A63-DF4E-BF0CA37AFDF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983AA6E-BBCB-2279-2FC1-F3DFD63641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927FC4-BE7C-E714-2FEA-F46AE8D7A52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E122AD4-486A-5181-DD26-594CB0CE22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50B0E4-226C-F198-47ED-A246E9C11D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7D9CDE3-5220-91DC-EEED-848989DE21FF}"/>
              </a:ext>
            </a:extLst>
          </p:cNvPr>
          <p:cNvSpPr>
            <a:spLocks noGrp="1"/>
          </p:cNvSpPr>
          <p:nvPr>
            <p:ph type="dt" sz="half" idx="10"/>
          </p:nvPr>
        </p:nvSpPr>
        <p:spPr/>
        <p:txBody>
          <a:bodyPr/>
          <a:lstStyle/>
          <a:p>
            <a:fld id="{E5B3812F-E684-4F69-B3A1-0C393C2B6B8B}" type="datetimeFigureOut">
              <a:rPr lang="en-IN" smtClean="0"/>
              <a:t>22-11-2025</a:t>
            </a:fld>
            <a:endParaRPr lang="en-IN"/>
          </a:p>
        </p:txBody>
      </p:sp>
      <p:sp>
        <p:nvSpPr>
          <p:cNvPr id="8" name="Footer Placeholder 7">
            <a:extLst>
              <a:ext uri="{FF2B5EF4-FFF2-40B4-BE49-F238E27FC236}">
                <a16:creationId xmlns:a16="http://schemas.microsoft.com/office/drawing/2014/main" id="{69E50503-2C01-4DE7-5944-C018BDF49ED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DDF936F-D202-B206-9C82-FB002CA2F516}"/>
              </a:ext>
            </a:extLst>
          </p:cNvPr>
          <p:cNvSpPr>
            <a:spLocks noGrp="1"/>
          </p:cNvSpPr>
          <p:nvPr>
            <p:ph type="sldNum" sz="quarter" idx="12"/>
          </p:nvPr>
        </p:nvSpPr>
        <p:spPr/>
        <p:txBody>
          <a:bodyPr/>
          <a:lstStyle/>
          <a:p>
            <a:fld id="{15A0DEBE-5CA1-4877-B7B9-023532D085EA}" type="slidenum">
              <a:rPr lang="en-IN" smtClean="0"/>
              <a:t>‹#›</a:t>
            </a:fld>
            <a:endParaRPr lang="en-IN"/>
          </a:p>
        </p:txBody>
      </p:sp>
    </p:spTree>
    <p:extLst>
      <p:ext uri="{BB962C8B-B14F-4D97-AF65-F5344CB8AC3E}">
        <p14:creationId xmlns:p14="http://schemas.microsoft.com/office/powerpoint/2010/main" val="33685939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76A17-13AF-B196-DA9B-182263C384E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7543DB6-D8AA-A810-F403-B4283E90CAE0}"/>
              </a:ext>
            </a:extLst>
          </p:cNvPr>
          <p:cNvSpPr>
            <a:spLocks noGrp="1"/>
          </p:cNvSpPr>
          <p:nvPr>
            <p:ph type="dt" sz="half" idx="10"/>
          </p:nvPr>
        </p:nvSpPr>
        <p:spPr/>
        <p:txBody>
          <a:bodyPr/>
          <a:lstStyle/>
          <a:p>
            <a:fld id="{E5B3812F-E684-4F69-B3A1-0C393C2B6B8B}" type="datetimeFigureOut">
              <a:rPr lang="en-IN" smtClean="0"/>
              <a:t>22-11-2025</a:t>
            </a:fld>
            <a:endParaRPr lang="en-IN"/>
          </a:p>
        </p:txBody>
      </p:sp>
      <p:sp>
        <p:nvSpPr>
          <p:cNvPr id="4" name="Footer Placeholder 3">
            <a:extLst>
              <a:ext uri="{FF2B5EF4-FFF2-40B4-BE49-F238E27FC236}">
                <a16:creationId xmlns:a16="http://schemas.microsoft.com/office/drawing/2014/main" id="{7647EED7-0E42-58B5-DC44-B67ACC43780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C6CE067-AEA8-E349-4810-7D8F9EF8266C}"/>
              </a:ext>
            </a:extLst>
          </p:cNvPr>
          <p:cNvSpPr>
            <a:spLocks noGrp="1"/>
          </p:cNvSpPr>
          <p:nvPr>
            <p:ph type="sldNum" sz="quarter" idx="12"/>
          </p:nvPr>
        </p:nvSpPr>
        <p:spPr/>
        <p:txBody>
          <a:bodyPr/>
          <a:lstStyle/>
          <a:p>
            <a:fld id="{15A0DEBE-5CA1-4877-B7B9-023532D085EA}" type="slidenum">
              <a:rPr lang="en-IN" smtClean="0"/>
              <a:t>‹#›</a:t>
            </a:fld>
            <a:endParaRPr lang="en-IN"/>
          </a:p>
        </p:txBody>
      </p:sp>
    </p:spTree>
    <p:extLst>
      <p:ext uri="{BB962C8B-B14F-4D97-AF65-F5344CB8AC3E}">
        <p14:creationId xmlns:p14="http://schemas.microsoft.com/office/powerpoint/2010/main" val="2363329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624056-2D7D-BC8C-5A15-A52F6DCB3BBD}"/>
              </a:ext>
            </a:extLst>
          </p:cNvPr>
          <p:cNvSpPr>
            <a:spLocks noGrp="1"/>
          </p:cNvSpPr>
          <p:nvPr>
            <p:ph type="dt" sz="half" idx="10"/>
          </p:nvPr>
        </p:nvSpPr>
        <p:spPr/>
        <p:txBody>
          <a:bodyPr/>
          <a:lstStyle/>
          <a:p>
            <a:fld id="{E5B3812F-E684-4F69-B3A1-0C393C2B6B8B}" type="datetimeFigureOut">
              <a:rPr lang="en-IN" smtClean="0"/>
              <a:t>22-11-2025</a:t>
            </a:fld>
            <a:endParaRPr lang="en-IN"/>
          </a:p>
        </p:txBody>
      </p:sp>
      <p:sp>
        <p:nvSpPr>
          <p:cNvPr id="3" name="Footer Placeholder 2">
            <a:extLst>
              <a:ext uri="{FF2B5EF4-FFF2-40B4-BE49-F238E27FC236}">
                <a16:creationId xmlns:a16="http://schemas.microsoft.com/office/drawing/2014/main" id="{AC7FAECE-6FE8-122E-E8CD-D279CAEAF83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43FA74F-749D-75E2-5798-D141073CFBF6}"/>
              </a:ext>
            </a:extLst>
          </p:cNvPr>
          <p:cNvSpPr>
            <a:spLocks noGrp="1"/>
          </p:cNvSpPr>
          <p:nvPr>
            <p:ph type="sldNum" sz="quarter" idx="12"/>
          </p:nvPr>
        </p:nvSpPr>
        <p:spPr/>
        <p:txBody>
          <a:bodyPr/>
          <a:lstStyle/>
          <a:p>
            <a:fld id="{15A0DEBE-5CA1-4877-B7B9-023532D085EA}" type="slidenum">
              <a:rPr lang="en-IN" smtClean="0"/>
              <a:t>‹#›</a:t>
            </a:fld>
            <a:endParaRPr lang="en-IN"/>
          </a:p>
        </p:txBody>
      </p:sp>
    </p:spTree>
    <p:extLst>
      <p:ext uri="{BB962C8B-B14F-4D97-AF65-F5344CB8AC3E}">
        <p14:creationId xmlns:p14="http://schemas.microsoft.com/office/powerpoint/2010/main" val="1601652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16040-7086-6545-AD37-A6037CECCF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77C97A7-3665-8A57-507B-CA1C3A77CB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061E8B8-B1F9-E41B-86D2-683A30F345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52EF1C-1CE5-42CC-4F50-1B50C3BAEDA2}"/>
              </a:ext>
            </a:extLst>
          </p:cNvPr>
          <p:cNvSpPr>
            <a:spLocks noGrp="1"/>
          </p:cNvSpPr>
          <p:nvPr>
            <p:ph type="dt" sz="half" idx="10"/>
          </p:nvPr>
        </p:nvSpPr>
        <p:spPr/>
        <p:txBody>
          <a:bodyPr/>
          <a:lstStyle/>
          <a:p>
            <a:fld id="{E5B3812F-E684-4F69-B3A1-0C393C2B6B8B}" type="datetimeFigureOut">
              <a:rPr lang="en-IN" smtClean="0"/>
              <a:t>22-11-2025</a:t>
            </a:fld>
            <a:endParaRPr lang="en-IN"/>
          </a:p>
        </p:txBody>
      </p:sp>
      <p:sp>
        <p:nvSpPr>
          <p:cNvPr id="6" name="Footer Placeholder 5">
            <a:extLst>
              <a:ext uri="{FF2B5EF4-FFF2-40B4-BE49-F238E27FC236}">
                <a16:creationId xmlns:a16="http://schemas.microsoft.com/office/drawing/2014/main" id="{ADBEA4E1-6829-BFC3-BD40-91106807033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94ACDBE-6C40-CA3E-7168-79BC04D1922A}"/>
              </a:ext>
            </a:extLst>
          </p:cNvPr>
          <p:cNvSpPr>
            <a:spLocks noGrp="1"/>
          </p:cNvSpPr>
          <p:nvPr>
            <p:ph type="sldNum" sz="quarter" idx="12"/>
          </p:nvPr>
        </p:nvSpPr>
        <p:spPr/>
        <p:txBody>
          <a:bodyPr/>
          <a:lstStyle/>
          <a:p>
            <a:fld id="{15A0DEBE-5CA1-4877-B7B9-023532D085EA}" type="slidenum">
              <a:rPr lang="en-IN" smtClean="0"/>
              <a:t>‹#›</a:t>
            </a:fld>
            <a:endParaRPr lang="en-IN"/>
          </a:p>
        </p:txBody>
      </p:sp>
    </p:spTree>
    <p:extLst>
      <p:ext uri="{BB962C8B-B14F-4D97-AF65-F5344CB8AC3E}">
        <p14:creationId xmlns:p14="http://schemas.microsoft.com/office/powerpoint/2010/main" val="3432535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8B74B-B222-D5CE-65E0-EEA7E8BF99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6C97E6B-8710-5BBB-01D4-FFC5F08DAC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2F824FA-8EBF-7567-3893-7BDDC2B981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DA9438-C2F7-DD75-A6A9-A183847F117B}"/>
              </a:ext>
            </a:extLst>
          </p:cNvPr>
          <p:cNvSpPr>
            <a:spLocks noGrp="1"/>
          </p:cNvSpPr>
          <p:nvPr>
            <p:ph type="dt" sz="half" idx="10"/>
          </p:nvPr>
        </p:nvSpPr>
        <p:spPr/>
        <p:txBody>
          <a:bodyPr/>
          <a:lstStyle/>
          <a:p>
            <a:fld id="{E5B3812F-E684-4F69-B3A1-0C393C2B6B8B}" type="datetimeFigureOut">
              <a:rPr lang="en-IN" smtClean="0"/>
              <a:t>22-11-2025</a:t>
            </a:fld>
            <a:endParaRPr lang="en-IN"/>
          </a:p>
        </p:txBody>
      </p:sp>
      <p:sp>
        <p:nvSpPr>
          <p:cNvPr id="6" name="Footer Placeholder 5">
            <a:extLst>
              <a:ext uri="{FF2B5EF4-FFF2-40B4-BE49-F238E27FC236}">
                <a16:creationId xmlns:a16="http://schemas.microsoft.com/office/drawing/2014/main" id="{93AA27FD-8BC6-A695-811B-84929B46C35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5C4623F-DC14-BF62-D12E-FAB1FE5A859F}"/>
              </a:ext>
            </a:extLst>
          </p:cNvPr>
          <p:cNvSpPr>
            <a:spLocks noGrp="1"/>
          </p:cNvSpPr>
          <p:nvPr>
            <p:ph type="sldNum" sz="quarter" idx="12"/>
          </p:nvPr>
        </p:nvSpPr>
        <p:spPr/>
        <p:txBody>
          <a:bodyPr/>
          <a:lstStyle/>
          <a:p>
            <a:fld id="{15A0DEBE-5CA1-4877-B7B9-023532D085EA}" type="slidenum">
              <a:rPr lang="en-IN" smtClean="0"/>
              <a:t>‹#›</a:t>
            </a:fld>
            <a:endParaRPr lang="en-IN"/>
          </a:p>
        </p:txBody>
      </p:sp>
    </p:spTree>
    <p:extLst>
      <p:ext uri="{BB962C8B-B14F-4D97-AF65-F5344CB8AC3E}">
        <p14:creationId xmlns:p14="http://schemas.microsoft.com/office/powerpoint/2010/main" val="34931787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0E1DB-C83E-D0EF-7948-6F852D1D37A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F5C4382-807F-BE46-D838-7396819DC0B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5E9B5A-71A6-CA71-7B83-0CD8E7E49B2C}"/>
              </a:ext>
            </a:extLst>
          </p:cNvPr>
          <p:cNvSpPr>
            <a:spLocks noGrp="1"/>
          </p:cNvSpPr>
          <p:nvPr>
            <p:ph type="dt" sz="half" idx="10"/>
          </p:nvPr>
        </p:nvSpPr>
        <p:spPr/>
        <p:txBody>
          <a:bodyPr/>
          <a:lstStyle/>
          <a:p>
            <a:fld id="{E5B3812F-E684-4F69-B3A1-0C393C2B6B8B}" type="datetimeFigureOut">
              <a:rPr lang="en-IN" smtClean="0"/>
              <a:t>22-11-2025</a:t>
            </a:fld>
            <a:endParaRPr lang="en-IN"/>
          </a:p>
        </p:txBody>
      </p:sp>
      <p:sp>
        <p:nvSpPr>
          <p:cNvPr id="5" name="Footer Placeholder 4">
            <a:extLst>
              <a:ext uri="{FF2B5EF4-FFF2-40B4-BE49-F238E27FC236}">
                <a16:creationId xmlns:a16="http://schemas.microsoft.com/office/drawing/2014/main" id="{BCA18E4C-37E6-5940-9381-BE9EBBA3CD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2A3090-14CA-5391-9038-9150F4CBB994}"/>
              </a:ext>
            </a:extLst>
          </p:cNvPr>
          <p:cNvSpPr>
            <a:spLocks noGrp="1"/>
          </p:cNvSpPr>
          <p:nvPr>
            <p:ph type="sldNum" sz="quarter" idx="12"/>
          </p:nvPr>
        </p:nvSpPr>
        <p:spPr/>
        <p:txBody>
          <a:bodyPr/>
          <a:lstStyle/>
          <a:p>
            <a:fld id="{15A0DEBE-5CA1-4877-B7B9-023532D085EA}" type="slidenum">
              <a:rPr lang="en-IN" smtClean="0"/>
              <a:t>‹#›</a:t>
            </a:fld>
            <a:endParaRPr lang="en-IN"/>
          </a:p>
        </p:txBody>
      </p:sp>
    </p:spTree>
    <p:extLst>
      <p:ext uri="{BB962C8B-B14F-4D97-AF65-F5344CB8AC3E}">
        <p14:creationId xmlns:p14="http://schemas.microsoft.com/office/powerpoint/2010/main" val="28332473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31DCED-506D-E8C5-7D2C-6E4BB127424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80CD5D3-6F8B-B6C1-99D3-FC819D1DE5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2F0033-3394-2DD7-D0FA-81FBA5F3D555}"/>
              </a:ext>
            </a:extLst>
          </p:cNvPr>
          <p:cNvSpPr>
            <a:spLocks noGrp="1"/>
          </p:cNvSpPr>
          <p:nvPr>
            <p:ph type="dt" sz="half" idx="10"/>
          </p:nvPr>
        </p:nvSpPr>
        <p:spPr/>
        <p:txBody>
          <a:bodyPr/>
          <a:lstStyle/>
          <a:p>
            <a:fld id="{E5B3812F-E684-4F69-B3A1-0C393C2B6B8B}" type="datetimeFigureOut">
              <a:rPr lang="en-IN" smtClean="0"/>
              <a:t>22-11-2025</a:t>
            </a:fld>
            <a:endParaRPr lang="en-IN"/>
          </a:p>
        </p:txBody>
      </p:sp>
      <p:sp>
        <p:nvSpPr>
          <p:cNvPr id="5" name="Footer Placeholder 4">
            <a:extLst>
              <a:ext uri="{FF2B5EF4-FFF2-40B4-BE49-F238E27FC236}">
                <a16:creationId xmlns:a16="http://schemas.microsoft.com/office/drawing/2014/main" id="{A8C8CE03-CA5F-F948-7337-B161F48236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E8EBA1-5A24-AAEA-1B65-CCB224A4D9E0}"/>
              </a:ext>
            </a:extLst>
          </p:cNvPr>
          <p:cNvSpPr>
            <a:spLocks noGrp="1"/>
          </p:cNvSpPr>
          <p:nvPr>
            <p:ph type="sldNum" sz="quarter" idx="12"/>
          </p:nvPr>
        </p:nvSpPr>
        <p:spPr/>
        <p:txBody>
          <a:bodyPr/>
          <a:lstStyle/>
          <a:p>
            <a:fld id="{15A0DEBE-5CA1-4877-B7B9-023532D085EA}" type="slidenum">
              <a:rPr lang="en-IN" smtClean="0"/>
              <a:t>‹#›</a:t>
            </a:fld>
            <a:endParaRPr lang="en-IN"/>
          </a:p>
        </p:txBody>
      </p:sp>
    </p:spTree>
    <p:extLst>
      <p:ext uri="{BB962C8B-B14F-4D97-AF65-F5344CB8AC3E}">
        <p14:creationId xmlns:p14="http://schemas.microsoft.com/office/powerpoint/2010/main" val="2320486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0B98A9-783D-F2BF-1550-AC524AC63F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BBAD014-C761-F9D0-F08E-F136B07CEE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0692F4-9E56-562D-6D6C-5852189C9B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B3812F-E684-4F69-B3A1-0C393C2B6B8B}" type="datetimeFigureOut">
              <a:rPr lang="en-IN" smtClean="0"/>
              <a:t>22-11-2025</a:t>
            </a:fld>
            <a:endParaRPr lang="en-IN"/>
          </a:p>
        </p:txBody>
      </p:sp>
      <p:sp>
        <p:nvSpPr>
          <p:cNvPr id="5" name="Footer Placeholder 4">
            <a:extLst>
              <a:ext uri="{FF2B5EF4-FFF2-40B4-BE49-F238E27FC236}">
                <a16:creationId xmlns:a16="http://schemas.microsoft.com/office/drawing/2014/main" id="{73C65786-85CA-C18F-6E0B-DB252BE0DF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BFA4844-FFC8-BC3B-4EB0-99E836D954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5A0DEBE-5CA1-4877-B7B9-023532D085EA}" type="slidenum">
              <a:rPr lang="en-IN" smtClean="0"/>
              <a:t>‹#›</a:t>
            </a:fld>
            <a:endParaRPr lang="en-IN"/>
          </a:p>
        </p:txBody>
      </p:sp>
    </p:spTree>
    <p:extLst>
      <p:ext uri="{BB962C8B-B14F-4D97-AF65-F5344CB8AC3E}">
        <p14:creationId xmlns:p14="http://schemas.microsoft.com/office/powerpoint/2010/main" val="4710618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FB32F-BD72-B920-97A9-2948A38F6924}"/>
              </a:ext>
            </a:extLst>
          </p:cNvPr>
          <p:cNvSpPr>
            <a:spLocks noGrp="1"/>
          </p:cNvSpPr>
          <p:nvPr>
            <p:ph type="ctrTitle"/>
          </p:nvPr>
        </p:nvSpPr>
        <p:spPr/>
        <p:txBody>
          <a:bodyPr/>
          <a:lstStyle/>
          <a:p>
            <a:r>
              <a:rPr lang="en-IN" dirty="0"/>
              <a:t>Plan Pulse</a:t>
            </a:r>
          </a:p>
        </p:txBody>
      </p:sp>
      <p:sp>
        <p:nvSpPr>
          <p:cNvPr id="3" name="Subtitle 2">
            <a:extLst>
              <a:ext uri="{FF2B5EF4-FFF2-40B4-BE49-F238E27FC236}">
                <a16:creationId xmlns:a16="http://schemas.microsoft.com/office/drawing/2014/main" id="{1206516A-C588-295A-300D-5189BB19ACDE}"/>
              </a:ext>
            </a:extLst>
          </p:cNvPr>
          <p:cNvSpPr>
            <a:spLocks noGrp="1"/>
          </p:cNvSpPr>
          <p:nvPr>
            <p:ph type="subTitle" idx="1"/>
          </p:nvPr>
        </p:nvSpPr>
        <p:spPr/>
        <p:txBody>
          <a:bodyPr/>
          <a:lstStyle/>
          <a:p>
            <a:r>
              <a:rPr lang="en-IN" dirty="0"/>
              <a:t>Esai &amp; Shreya</a:t>
            </a:r>
          </a:p>
        </p:txBody>
      </p:sp>
    </p:spTree>
    <p:extLst>
      <p:ext uri="{BB962C8B-B14F-4D97-AF65-F5344CB8AC3E}">
        <p14:creationId xmlns:p14="http://schemas.microsoft.com/office/powerpoint/2010/main" val="2333462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BDB41-D1BB-227E-D00D-DBF684C921A0}"/>
              </a:ext>
            </a:extLst>
          </p:cNvPr>
          <p:cNvSpPr>
            <a:spLocks noGrp="1"/>
          </p:cNvSpPr>
          <p:nvPr>
            <p:ph type="title"/>
          </p:nvPr>
        </p:nvSpPr>
        <p:spPr/>
        <p:txBody>
          <a:bodyPr/>
          <a:lstStyle/>
          <a:p>
            <a:r>
              <a:rPr lang="en-IN" dirty="0"/>
              <a:t>Thought</a:t>
            </a:r>
          </a:p>
        </p:txBody>
      </p:sp>
      <p:sp>
        <p:nvSpPr>
          <p:cNvPr id="3" name="Content Placeholder 2">
            <a:extLst>
              <a:ext uri="{FF2B5EF4-FFF2-40B4-BE49-F238E27FC236}">
                <a16:creationId xmlns:a16="http://schemas.microsoft.com/office/drawing/2014/main" id="{53464093-9A66-83BF-6624-EDC0EED9A6B8}"/>
              </a:ext>
            </a:extLst>
          </p:cNvPr>
          <p:cNvSpPr>
            <a:spLocks noGrp="1"/>
          </p:cNvSpPr>
          <p:nvPr>
            <p:ph idx="1"/>
          </p:nvPr>
        </p:nvSpPr>
        <p:spPr/>
        <p:txBody>
          <a:bodyPr/>
          <a:lstStyle/>
          <a:p>
            <a:r>
              <a:rPr lang="en-IN" dirty="0"/>
              <a:t>We want to have Focused time planner to spend maximum time towards goal</a:t>
            </a:r>
          </a:p>
          <a:p>
            <a:r>
              <a:rPr lang="en-IN" dirty="0"/>
              <a:t>We also in need to have one common planner for our class, Since we receive many task with deadlines, we don’t want absentees to miss the information, so we want to update the class planner as well</a:t>
            </a:r>
          </a:p>
        </p:txBody>
      </p:sp>
    </p:spTree>
    <p:extLst>
      <p:ext uri="{BB962C8B-B14F-4D97-AF65-F5344CB8AC3E}">
        <p14:creationId xmlns:p14="http://schemas.microsoft.com/office/powerpoint/2010/main" val="4206524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439D2-B93E-347B-217C-07249687ADF3}"/>
              </a:ext>
            </a:extLst>
          </p:cNvPr>
          <p:cNvSpPr>
            <a:spLocks noGrp="1"/>
          </p:cNvSpPr>
          <p:nvPr>
            <p:ph type="title"/>
          </p:nvPr>
        </p:nvSpPr>
        <p:spPr/>
        <p:txBody>
          <a:bodyPr/>
          <a:lstStyle/>
          <a:p>
            <a:r>
              <a:rPr lang="en-IN" dirty="0"/>
              <a:t>Features</a:t>
            </a:r>
          </a:p>
        </p:txBody>
      </p:sp>
      <p:sp>
        <p:nvSpPr>
          <p:cNvPr id="3" name="Content Placeholder 2">
            <a:extLst>
              <a:ext uri="{FF2B5EF4-FFF2-40B4-BE49-F238E27FC236}">
                <a16:creationId xmlns:a16="http://schemas.microsoft.com/office/drawing/2014/main" id="{C339FDCF-A7D6-3BE1-6F46-724FE4E65D66}"/>
              </a:ext>
            </a:extLst>
          </p:cNvPr>
          <p:cNvSpPr>
            <a:spLocks noGrp="1"/>
          </p:cNvSpPr>
          <p:nvPr>
            <p:ph idx="1"/>
          </p:nvPr>
        </p:nvSpPr>
        <p:spPr/>
        <p:txBody>
          <a:bodyPr/>
          <a:lstStyle/>
          <a:p>
            <a:pPr marL="514350" indent="-514350">
              <a:buFont typeface="+mj-lt"/>
              <a:buAutoNum type="arabicPeriod"/>
            </a:pPr>
            <a:r>
              <a:rPr lang="en-IN" dirty="0"/>
              <a:t>Enter to do list for the day with estimated time - done</a:t>
            </a:r>
          </a:p>
          <a:p>
            <a:pPr marL="514350" indent="-514350">
              <a:buFont typeface="+mj-lt"/>
              <a:buAutoNum type="arabicPeriod"/>
            </a:pPr>
            <a:r>
              <a:rPr lang="en-IN" dirty="0"/>
              <a:t>After completing enter time spent – done</a:t>
            </a:r>
          </a:p>
          <a:p>
            <a:pPr marL="514350" indent="-514350">
              <a:buFont typeface="+mj-lt"/>
              <a:buAutoNum type="arabicPeriod"/>
            </a:pPr>
            <a:r>
              <a:rPr lang="en-IN" dirty="0"/>
              <a:t>We want to enter the plans for future dates as well – done</a:t>
            </a:r>
          </a:p>
          <a:p>
            <a:pPr marL="514350" indent="-514350">
              <a:buFont typeface="+mj-lt"/>
              <a:buAutoNum type="arabicPeriod"/>
            </a:pPr>
            <a:r>
              <a:rPr lang="en-IN" dirty="0"/>
              <a:t>We want to go back and see what we did on particular day and pending works </a:t>
            </a:r>
          </a:p>
          <a:p>
            <a:pPr marL="514350" indent="-514350">
              <a:buFont typeface="+mj-lt"/>
              <a:buAutoNum type="arabicPeriod"/>
            </a:pPr>
            <a:r>
              <a:rPr lang="en-IN" dirty="0"/>
              <a:t>Whether same planner used for whole class as Class to do list planner</a:t>
            </a:r>
          </a:p>
        </p:txBody>
      </p:sp>
    </p:spTree>
    <p:extLst>
      <p:ext uri="{BB962C8B-B14F-4D97-AF65-F5344CB8AC3E}">
        <p14:creationId xmlns:p14="http://schemas.microsoft.com/office/powerpoint/2010/main" val="20270888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0FA8D-A94C-15A0-7B4C-5A13229B01B1}"/>
              </a:ext>
            </a:extLst>
          </p:cNvPr>
          <p:cNvSpPr>
            <a:spLocks noGrp="1"/>
          </p:cNvSpPr>
          <p:nvPr>
            <p:ph type="title"/>
          </p:nvPr>
        </p:nvSpPr>
        <p:spPr>
          <a:xfrm>
            <a:off x="101838" y="236730"/>
            <a:ext cx="9797143" cy="686541"/>
          </a:xfrm>
        </p:spPr>
        <p:txBody>
          <a:bodyPr>
            <a:normAutofit fontScale="90000"/>
          </a:bodyPr>
          <a:lstStyle/>
          <a:p>
            <a:r>
              <a:rPr lang="en-IN" dirty="0"/>
              <a:t>Add New To Do with Estimated Time</a:t>
            </a:r>
          </a:p>
        </p:txBody>
      </p:sp>
      <p:pic>
        <p:nvPicPr>
          <p:cNvPr id="7" name="Content Placeholder 6">
            <a:extLst>
              <a:ext uri="{FF2B5EF4-FFF2-40B4-BE49-F238E27FC236}">
                <a16:creationId xmlns:a16="http://schemas.microsoft.com/office/drawing/2014/main" id="{E6A79AF4-D7A6-B756-0B00-968E014474CA}"/>
              </a:ext>
            </a:extLst>
          </p:cNvPr>
          <p:cNvPicPr>
            <a:picLocks noGrp="1" noChangeAspect="1"/>
          </p:cNvPicPr>
          <p:nvPr>
            <p:ph idx="1"/>
          </p:nvPr>
        </p:nvPicPr>
        <p:blipFill>
          <a:blip r:embed="rId3"/>
          <a:stretch>
            <a:fillRect/>
          </a:stretch>
        </p:blipFill>
        <p:spPr>
          <a:xfrm>
            <a:off x="101838" y="1055914"/>
            <a:ext cx="11519866" cy="5660572"/>
          </a:xfrm>
          <a:prstGeom prst="rect">
            <a:avLst/>
          </a:prstGeom>
        </p:spPr>
      </p:pic>
    </p:spTree>
    <p:extLst>
      <p:ext uri="{BB962C8B-B14F-4D97-AF65-F5344CB8AC3E}">
        <p14:creationId xmlns:p14="http://schemas.microsoft.com/office/powerpoint/2010/main" val="9470539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2C99E-3E55-1922-3651-F774E8AB1346}"/>
              </a:ext>
            </a:extLst>
          </p:cNvPr>
          <p:cNvSpPr>
            <a:spLocks noGrp="1"/>
          </p:cNvSpPr>
          <p:nvPr>
            <p:ph type="title"/>
          </p:nvPr>
        </p:nvSpPr>
        <p:spPr>
          <a:xfrm>
            <a:off x="489857" y="147410"/>
            <a:ext cx="10515600" cy="1325563"/>
          </a:xfrm>
        </p:spPr>
        <p:txBody>
          <a:bodyPr/>
          <a:lstStyle/>
          <a:p>
            <a:r>
              <a:rPr lang="en-IN" dirty="0"/>
              <a:t>Actual Time Spent for Completed Tasks</a:t>
            </a:r>
          </a:p>
        </p:txBody>
      </p:sp>
      <p:pic>
        <p:nvPicPr>
          <p:cNvPr id="5" name="Content Placeholder 4">
            <a:extLst>
              <a:ext uri="{FF2B5EF4-FFF2-40B4-BE49-F238E27FC236}">
                <a16:creationId xmlns:a16="http://schemas.microsoft.com/office/drawing/2014/main" id="{0343C858-6713-0FB7-C200-1530FB4F0642}"/>
              </a:ext>
            </a:extLst>
          </p:cNvPr>
          <p:cNvPicPr>
            <a:picLocks noGrp="1" noChangeAspect="1"/>
          </p:cNvPicPr>
          <p:nvPr>
            <p:ph idx="1"/>
          </p:nvPr>
        </p:nvPicPr>
        <p:blipFill>
          <a:blip r:embed="rId2"/>
          <a:stretch>
            <a:fillRect/>
          </a:stretch>
        </p:blipFill>
        <p:spPr>
          <a:xfrm>
            <a:off x="437404" y="1219200"/>
            <a:ext cx="10915428" cy="5366657"/>
          </a:xfrm>
          <a:prstGeom prst="rect">
            <a:avLst/>
          </a:prstGeom>
        </p:spPr>
      </p:pic>
    </p:spTree>
    <p:extLst>
      <p:ext uri="{BB962C8B-B14F-4D97-AF65-F5344CB8AC3E}">
        <p14:creationId xmlns:p14="http://schemas.microsoft.com/office/powerpoint/2010/main" val="1452709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676B1-59D0-27F1-A941-A83EB93C8F31}"/>
              </a:ext>
            </a:extLst>
          </p:cNvPr>
          <p:cNvSpPr>
            <a:spLocks noGrp="1"/>
          </p:cNvSpPr>
          <p:nvPr>
            <p:ph type="title"/>
          </p:nvPr>
        </p:nvSpPr>
        <p:spPr>
          <a:xfrm>
            <a:off x="348343" y="18255"/>
            <a:ext cx="10515600" cy="1325563"/>
          </a:xfrm>
        </p:spPr>
        <p:txBody>
          <a:bodyPr/>
          <a:lstStyle/>
          <a:p>
            <a:r>
              <a:rPr lang="en-IN" dirty="0"/>
              <a:t>Schedule the future Plans</a:t>
            </a:r>
          </a:p>
        </p:txBody>
      </p:sp>
      <p:sp>
        <p:nvSpPr>
          <p:cNvPr id="3" name="Content Placeholder 2">
            <a:extLst>
              <a:ext uri="{FF2B5EF4-FFF2-40B4-BE49-F238E27FC236}">
                <a16:creationId xmlns:a16="http://schemas.microsoft.com/office/drawing/2014/main" id="{85ABCA98-7BA3-36C6-16D8-B3A464E96B7B}"/>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D2C35A11-A1AD-8E4A-22BA-87F989E6AB88}"/>
              </a:ext>
            </a:extLst>
          </p:cNvPr>
          <p:cNvPicPr>
            <a:picLocks noChangeAspect="1"/>
          </p:cNvPicPr>
          <p:nvPr/>
        </p:nvPicPr>
        <p:blipFill>
          <a:blip r:embed="rId2"/>
          <a:stretch>
            <a:fillRect/>
          </a:stretch>
        </p:blipFill>
        <p:spPr>
          <a:xfrm>
            <a:off x="0" y="1013484"/>
            <a:ext cx="12192000" cy="4831032"/>
          </a:xfrm>
          <a:prstGeom prst="rect">
            <a:avLst/>
          </a:prstGeom>
        </p:spPr>
      </p:pic>
    </p:spTree>
    <p:extLst>
      <p:ext uri="{BB962C8B-B14F-4D97-AF65-F5344CB8AC3E}">
        <p14:creationId xmlns:p14="http://schemas.microsoft.com/office/powerpoint/2010/main" val="2112224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ED712-0256-F2D6-63F7-EC5EC22F5D9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BD96519-20D3-2C5E-A075-25E5EDCC416C}"/>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07A1945C-FFB0-7FFB-BD17-2CB451CFF3BC}"/>
              </a:ext>
            </a:extLst>
          </p:cNvPr>
          <p:cNvPicPr>
            <a:picLocks noChangeAspect="1"/>
          </p:cNvPicPr>
          <p:nvPr/>
        </p:nvPicPr>
        <p:blipFill>
          <a:blip r:embed="rId2"/>
          <a:stretch>
            <a:fillRect/>
          </a:stretch>
        </p:blipFill>
        <p:spPr>
          <a:xfrm>
            <a:off x="1178092" y="0"/>
            <a:ext cx="9835816" cy="6858000"/>
          </a:xfrm>
          <a:prstGeom prst="rect">
            <a:avLst/>
          </a:prstGeom>
        </p:spPr>
      </p:pic>
    </p:spTree>
    <p:extLst>
      <p:ext uri="{BB962C8B-B14F-4D97-AF65-F5344CB8AC3E}">
        <p14:creationId xmlns:p14="http://schemas.microsoft.com/office/powerpoint/2010/main" val="10220793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D85E9B5C5BDD44DBD07D8718F92A338" ma:contentTypeVersion="1" ma:contentTypeDescription="Create a new document." ma:contentTypeScope="" ma:versionID="63b9c465a6cd9e8b438de74c062c1cc0">
  <xsd:schema xmlns:xsd="http://www.w3.org/2001/XMLSchema" xmlns:xs="http://www.w3.org/2001/XMLSchema" xmlns:p="http://schemas.microsoft.com/office/2006/metadata/properties" xmlns:ns3="253d1d78-6c0a-4e7c-8276-e9d318be8418" targetNamespace="http://schemas.microsoft.com/office/2006/metadata/properties" ma:root="true" ma:fieldsID="cacd435593de136b4a63e006d2846472" ns3:_="">
    <xsd:import namespace="253d1d78-6c0a-4e7c-8276-e9d318be8418"/>
    <xsd:element name="properties">
      <xsd:complexType>
        <xsd:sequence>
          <xsd:element name="documentManagement">
            <xsd:complexType>
              <xsd:all>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3d1d78-6c0a-4e7c-8276-e9d318be841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2CD0F2E-FAC1-41BB-B667-F6AD1436A6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53d1d78-6c0a-4e7c-8276-e9d318be841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1B0DCAD-BB99-4796-86C1-B6DFBAFADE81}">
  <ds:schemaRefs>
    <ds:schemaRef ds:uri="http://schemas.microsoft.com/sharepoint/v3/contenttype/forms"/>
  </ds:schemaRefs>
</ds:datastoreItem>
</file>

<file path=customXml/itemProps3.xml><?xml version="1.0" encoding="utf-8"?>
<ds:datastoreItem xmlns:ds="http://schemas.openxmlformats.org/officeDocument/2006/customXml" ds:itemID="{AF8B2E58-3805-4722-9748-D9DAC0CD66E1}">
  <ds:schemaRefs>
    <ds:schemaRef ds:uri="http://purl.org/dc/dcmitype/"/>
    <ds:schemaRef ds:uri="http://schemas.microsoft.com/office/2006/documentManagement/types"/>
    <ds:schemaRef ds:uri="http://schemas.openxmlformats.org/package/2006/metadata/core-properties"/>
    <ds:schemaRef ds:uri="253d1d78-6c0a-4e7c-8276-e9d318be8418"/>
    <ds:schemaRef ds:uri="http://purl.org/dc/terms/"/>
    <ds:schemaRef ds:uri="http://purl.org/dc/elements/1.1/"/>
    <ds:schemaRef ds:uri="http://schemas.microsoft.com/office/infopath/2007/PartnerControls"/>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126</TotalTime>
  <Words>139</Words>
  <Application>Microsoft Office PowerPoint</Application>
  <PresentationFormat>Widescreen</PresentationFormat>
  <Paragraphs>15</Paragraphs>
  <Slides>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Plan Pulse</vt:lpstr>
      <vt:lpstr>Thought</vt:lpstr>
      <vt:lpstr>Features</vt:lpstr>
      <vt:lpstr>Add New To Do with Estimated Time</vt:lpstr>
      <vt:lpstr>Actual Time Spent for Completed Tasks</vt:lpstr>
      <vt:lpstr>Schedule the future Plans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Office</dc:creator>
  <cp:lastModifiedBy>Office</cp:lastModifiedBy>
  <cp:revision>3</cp:revision>
  <dcterms:created xsi:type="dcterms:W3CDTF">2025-11-22T04:50:23Z</dcterms:created>
  <dcterms:modified xsi:type="dcterms:W3CDTF">2025-11-22T06:56:27Z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0x010100BD85E9B5C5BDD44DBD07D8718F92A338</vt:lpwstr>
  </property>
</Properties>
</file>